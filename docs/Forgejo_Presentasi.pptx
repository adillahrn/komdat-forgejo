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Forgejo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Git self-hosted: alternatif GitHub yang berjalan di server sendiri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Akhir Komunikasi Data dan Jaringan Komputer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[ISI]  |  [ISI: nama anggota]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Pengenalan Umum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Forgejo: layanan hosting kode berbasis Git yang bisa dipasang sendiri (self-hosted)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dari Gitea, dikelola komunitas nirlaba (Codeberg e.V.), bebas dan open source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Ditulis dengan Go, berupa satu binary yang ringan (cukup sekitar 1 GB RAM)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mirip GitHub/GitLab: repositori, issue, pull request, wiki, CI/CD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dan kontrol sepenuhnya di tangan pemilik server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35040" y="128016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0" y="14630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self-hosted?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Privasi kode, biaya rendah, bebas dari vendor, dan bisa dikustomisasi sesuai kebutuhan.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Prasyarat: VPS Ubuntu, domain, Docker &amp; Compose, Nginx, Certbot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sistem, pasang Docker, atur firewall (UFW)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docker-compose.yml: Forgejo + PostgreSQL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Jalankan: docker compose up -d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sebagai reverse proxy ke port 3000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gratis dengan Let's Encrypt (certbot)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akun admin lewat halaman awal di browser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0" y="1463040"/>
            <a:ext cx="2926080" cy="594360"/>
          </a:xfrm>
          <a:prstGeom prst="roundRect">
            <a:avLst>
              <a:gd name="adj" fmla="val 1538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0" y="14630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(browser / git)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2331720"/>
            <a:ext cx="2926080" cy="594360"/>
          </a:xfrm>
          <a:prstGeom prst="roundRect">
            <a:avLst>
              <a:gd name="adj" fmla="val 1538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23317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HTTPS (443)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3200400"/>
            <a:ext cx="2926080" cy="594360"/>
          </a:xfrm>
          <a:prstGeom prst="roundRect">
            <a:avLst>
              <a:gd name="adj" fmla="val 15385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32004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Forgejo (port 3000, SSH 2222)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4069080"/>
            <a:ext cx="2926080" cy="594360"/>
          </a:xfrm>
          <a:prstGeom prst="roundRect">
            <a:avLst>
              <a:gd name="adj" fmla="val 1538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4069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 Git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via HTTPS dan SSH, branch, tag, release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46120" y="128016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29000" y="14630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Label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Pelacakan tugas dan bug, milestone, proyek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0" y="128016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4630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review, komentar, dan merge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004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&amp; Markdown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per repositori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46120" y="301752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32004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Organisasi &amp; Tim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Pengaturan akses dan izin per anggota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0" y="301752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32004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Forgejo Actions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otomatis (butuh runner)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Pemakaian (Demo)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dan buat organisasi + akun dummy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repositori baru dengan README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lalu push lewat HTTPS dan SSH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issue, beri label dan milestone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pull request, review, lalu merge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halaman wiki dengan Markdown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Tunjukkan panel Site Administration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852160" y="1280160"/>
            <a:ext cx="2743200" cy="3108960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0" y="128016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[ISI: screenshot demo]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dengan Aplikasi Sejenis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210312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Forgejo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 (self-hosted)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Self-hosted, open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(SaaS)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/ SaaS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 (~1 GB RAM)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Tanpa server sendiri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 (4 GB ke atas)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Dipegang penyedia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 + biaya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 / berbayar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Edisi komunitas gratis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Forgejo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 CI (lengkap)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perlu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Sedang-sulit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Kelebihan, Kekurangan, dan Kesimpulan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Ringan dan mudah dipasang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mirip GitHub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sepenuhnya milik sendiri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lengkap dalam satu aplikasi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Kekurangan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459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lebih kecil dari GitHub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perlu runner terpisah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dan backup diurus sendiri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mayor perlu dicek manual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657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Forgejo cocok untuk tim kecil dan kampus yang ingin layanan Git sendiri dengan biaya rendah.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2026-09-29T10:43:00Z</dcterms:created>
  <dcterms:modified xsi:type="dcterms:W3CDTF">2026-09-29T10:43:00Z</dcterms:modified>
</cp:coreProperties>
</file>