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Progres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Deploy Forgejo (Git self-hosted) di Cloud VPS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Data dan Jaringan Komputer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[ISI]  |  [ISI: nama anggota]  |  Per 4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Progres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Memilih aplikasi (Forgejo)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 coba instalasi di laptop (Docker)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VM di cloud (Azure)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server: IP statis, port, SSH anggota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Instalasi Forgejo di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Domain, Nginx, dan 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dummy, backup, dan skrip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Laporan, PPT final, dan latihan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Sudah Dikerjakan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dipilih: Forgejo, alternatif GitHub yang bisa dipasang sendiri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Forgejo + PostgreSQL berhasil jalan di laptop lewat Docker Compose (2 container aktif)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Ubuntu 24.04 berhasil dibuat di Azure for Students dan berstatus Running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SSH anggota mulai dibuat untuk akses server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GitHub Student Pack disetujui (benefit aktif setelah ±72 jam)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 laporan (sesuai template) dan draf PPT sudah tersedia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Server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for Students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46120" y="12801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29000" y="1463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operasi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LTS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463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VM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vCPU, 4 GiB RAM (B2als v2)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08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West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292608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3108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dengan key per anggota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92608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10896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melebihi kebutuhan Forgejo + PostgreSQL, sehingga performa demo aman.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 dan Solusi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VM Azure sempat tertunda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Dicoba ulang sampai deployment berhasil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Verifikasi GitHub Student Pack butuh waktu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Disetujui; Azure dipakai dari akun anggota yang sudah aktif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Banyak anggota perlu akses ke satu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Tiap anggota membuat key SSH sendiri, lalu didaftarkan ke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Git SSH dan HTTPS belum terbuka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Dibuka manual di Network Security Group (80, 443, 2222)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Anggota belum terbiasa dengan Docker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Latihan dulu di laptop sebelum instalasi di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Selanjutnya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statis, buka port, tambah akses SSH semua anggota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Docker dan Forgejo di server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Nginx, dan HTTPS (Let's Encrypt)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data dummy dan ambil screenshot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cron, dan skrip instalasi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 laporan dan PPT, lalu latihan presentasi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Tugas dan Status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Anggota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[ISI]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Server: VM, IP, firewall, SSH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[ISI]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Instalasi: Docker dan Forgejo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[ISI]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Nginx, HTTPS, konfigurasi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[ISI]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Backup, cron, skrip instalasi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[ISI]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dummy dan screenshot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dan PPT dikerjakan bersama; tiap anggota menulis bagian dari tugasnya.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2026-10-04T08:50:54Z</dcterms:created>
  <dcterms:modified xsi:type="dcterms:W3CDTF">2026-10-04T08:50:54Z</dcterms:modified>
</cp:coreProperties>
</file>